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A4B9A-2B40-727E-5F69-A873FB3CCC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E741D0-0A08-06E5-D550-8BAF305AE8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A0B38-BC1E-1F61-D40C-65EC580C2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ABCF3-8B42-4D7A-BBAF-94C6DE9F60FF}" type="datetimeFigureOut">
              <a:rPr lang="en-IL" smtClean="0"/>
              <a:t>18/10/2025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2804C-FB30-2923-A22F-5645343AA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BC09E-843D-810D-C456-2D8F06070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311B-C7E2-4B4D-B888-A560F065457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3328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3997C-03D0-58BB-74AD-5F9B81CE5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48721-1BBB-0F90-5EBE-D80B88F47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FD2B1-2ECF-FFDB-6857-778155611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ABCF3-8B42-4D7A-BBAF-94C6DE9F60FF}" type="datetimeFigureOut">
              <a:rPr lang="en-IL" smtClean="0"/>
              <a:t>18/10/2025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5D501-6C3F-2963-5483-1459D8FB0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99518-C837-C55C-8542-09A8C2EB4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311B-C7E2-4B4D-B888-A560F065457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49295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14D2D-6DA9-07E7-CC70-7D5146166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29C86-B78D-8E79-FFC7-922507A4A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218E7-4D72-B871-A810-61479BC0C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ABCF3-8B42-4D7A-BBAF-94C6DE9F60FF}" type="datetimeFigureOut">
              <a:rPr lang="en-IL" smtClean="0"/>
              <a:t>18/10/2025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6A378-B7F8-90DC-3F47-9FF15B974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FFCEE-8658-576B-E7C2-3B7DF83A8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311B-C7E2-4B4D-B888-A560F065457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99443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0E55C-1261-2B30-0689-844DA9B05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68408-BBF1-A208-8C37-7E88C9EBC3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45CA76-49C9-DCB1-B67E-E7324450F3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6DF589-6AA9-6CB8-803F-590E8CE4A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ABCF3-8B42-4D7A-BBAF-94C6DE9F60FF}" type="datetimeFigureOut">
              <a:rPr lang="en-IL" smtClean="0"/>
              <a:t>18/10/2025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2A51E8-4BC9-879E-F060-84871BBDB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81B5AD-08E0-0ED1-3441-2666CB035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311B-C7E2-4B4D-B888-A560F065457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48265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AE3E2-F092-FCD8-E425-BBAC109D7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4C535-177E-B562-6774-8580F41B3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9EE7D5-B04B-5F41-58C5-E866044296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8A4619-7AB9-226A-1AF9-1446161903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1A7B2F-7ACD-8CF5-4D83-88C92A8A3A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EA902F-EC2A-1F05-837D-CD8EB17DD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ABCF3-8B42-4D7A-BBAF-94C6DE9F60FF}" type="datetimeFigureOut">
              <a:rPr lang="en-IL" smtClean="0"/>
              <a:t>18/10/2025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6D828D-E5AF-24C6-AB97-C44D349E2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6F7865-EACE-A430-7DAD-F2C8B5B07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311B-C7E2-4B4D-B888-A560F065457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95729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C384E-132B-0C36-4FF9-B1A274F5F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705DB8-EE87-C8C2-44B0-FD9DD6CCB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ABCF3-8B42-4D7A-BBAF-94C6DE9F60FF}" type="datetimeFigureOut">
              <a:rPr lang="en-IL" smtClean="0"/>
              <a:t>18/10/2025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A936DC-14FD-F4AB-7859-7D45F9DDA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5AB104-00CF-CBB3-D35C-E930F4759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311B-C7E2-4B4D-B888-A560F065457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91560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47A465-D186-6431-9BD8-7D83A91B5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ABCF3-8B42-4D7A-BBAF-94C6DE9F60FF}" type="datetimeFigureOut">
              <a:rPr lang="en-IL" smtClean="0"/>
              <a:t>18/10/2025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7E0740-A11F-00D5-EFAB-6F03CC7E2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F83333-DFCC-B510-46EB-ABE560E82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311B-C7E2-4B4D-B888-A560F065457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00792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612BA-B5BC-7971-2712-FEED453E9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EB831-9FBE-CDB3-EE62-1BF61F38E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D271A0-3998-980C-D985-DAB93A8766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13AE7-B665-939C-C740-BDD29ABF3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ABCF3-8B42-4D7A-BBAF-94C6DE9F60FF}" type="datetimeFigureOut">
              <a:rPr lang="en-IL" smtClean="0"/>
              <a:t>18/10/2025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16B10D-E7A5-ECE5-04B9-B046182C8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0AF733-942B-D4DE-5323-C5FF92593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311B-C7E2-4B4D-B888-A560F065457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44822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DC551-7293-172B-A575-55742A438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7280FB-9018-2591-7CC7-57155ACFE8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87AA46-1A77-CC0B-42A4-05262FE9CC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16284F-C5B1-ABAD-6194-292A315C6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ABCF3-8B42-4D7A-BBAF-94C6DE9F60FF}" type="datetimeFigureOut">
              <a:rPr lang="en-IL" smtClean="0"/>
              <a:t>18/10/2025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FDAAD-30AA-70A9-126D-74059CF83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CC1A6-2FB3-0E29-2142-C619D8B3C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311B-C7E2-4B4D-B888-A560F065457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99988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9E444-E08E-08B0-D1DD-6CA08B01C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08AE11-9423-6AB3-3702-D3E56793F6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D829A-042A-BB3D-F9C3-AC9D2FEC8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ABCF3-8B42-4D7A-BBAF-94C6DE9F60FF}" type="datetimeFigureOut">
              <a:rPr lang="en-IL" smtClean="0"/>
              <a:t>18/10/2025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42887-08F7-2588-22F7-810A0B2AB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73F83-9EF5-C4E3-E9E7-B6DDD2177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311B-C7E2-4B4D-B888-A560F065457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54302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9749EE-8BFA-7CC5-28E3-FFA457AB1E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ADED7C-ED6F-DADC-74B9-AA6C51CCDA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8A5C8-486F-B7C7-D260-C597E1ACA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ABCF3-8B42-4D7A-BBAF-94C6DE9F60FF}" type="datetimeFigureOut">
              <a:rPr lang="en-IL" smtClean="0"/>
              <a:t>18/10/2025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4A365-F78D-3A00-D810-6CE5AB76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C8FAA-C527-D31C-5303-25EB66886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311B-C7E2-4B4D-B888-A560F065457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95379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E77AF6-2CCB-79EC-6945-42704FFD1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BF699-67A4-3BA1-24D0-D295C71E6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E2EF4-FA0F-50AF-38FD-843D39C3C7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FABCF3-8B42-4D7A-BBAF-94C6DE9F60FF}" type="datetimeFigureOut">
              <a:rPr lang="en-IL" smtClean="0"/>
              <a:t>18/10/2025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8E87B-81A7-71E8-985C-93D7E97328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B4C95-1AF8-CA14-DA22-6D14E9E5A4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82311B-C7E2-4B4D-B888-A560F065457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7750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EC54D-E531-B386-4A97-717D4CDC54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Voting Dapp</a:t>
            </a:r>
            <a:br>
              <a:rPr lang="he-IL" dirty="0"/>
            </a:br>
            <a:r>
              <a:rPr lang="he-IL" dirty="0"/>
              <a:t>בחירות 2025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32304C-F3BC-6625-01AA-6962474518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42656"/>
            <a:ext cx="9144000" cy="1415143"/>
          </a:xfrm>
        </p:spPr>
        <p:txBody>
          <a:bodyPr>
            <a:normAutofit/>
          </a:bodyPr>
          <a:lstStyle/>
          <a:p>
            <a:r>
              <a:rPr lang="he-IL" sz="3200" b="1" dirty="0"/>
              <a:t>מגישה: אתי פרח</a:t>
            </a:r>
            <a:endParaRPr lang="en-IL" sz="3200" b="1" dirty="0"/>
          </a:p>
        </p:txBody>
      </p:sp>
    </p:spTree>
    <p:extLst>
      <p:ext uri="{BB962C8B-B14F-4D97-AF65-F5344CB8AC3E}">
        <p14:creationId xmlns:p14="http://schemas.microsoft.com/office/powerpoint/2010/main" val="3036339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844F8-FC35-76B9-0C1B-868390E2BA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45923"/>
          </a:xfrm>
        </p:spPr>
        <p:txBody>
          <a:bodyPr/>
          <a:lstStyle/>
          <a:p>
            <a:r>
              <a:rPr lang="en-US" dirty="0"/>
              <a:t>Known Bugs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613C09-7B7E-81C1-E1F9-A892E46487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68286"/>
            <a:ext cx="9144000" cy="3189514"/>
          </a:xfrm>
        </p:spPr>
        <p:txBody>
          <a:bodyPr/>
          <a:lstStyle/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dirty="0"/>
              <a:t>הרצת קובץ </a:t>
            </a:r>
            <a:r>
              <a:rPr lang="en-US" dirty="0"/>
              <a:t>deploy.js</a:t>
            </a:r>
            <a:r>
              <a:rPr lang="he-IL" dirty="0"/>
              <a:t> עשויה לארוך מספר שניות.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dirty="0"/>
              <a:t>עץ בוחרים מרקל לא עובד תקין.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dirty="0"/>
              <a:t>הענקת תגמול לא עובדת תקין.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dirty="0"/>
              <a:t>בחירה לפני 3 נושאים לא עובדת תקין.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09582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1FDA6-EE62-528C-E595-661D51FD2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D4B4A-3B57-859D-86C7-757A71004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45923"/>
          </a:xfrm>
        </p:spPr>
        <p:txBody>
          <a:bodyPr/>
          <a:lstStyle/>
          <a:p>
            <a:r>
              <a:rPr lang="he-IL" dirty="0"/>
              <a:t>דרישות מקדימות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2379AA-8204-5157-BE63-810E013060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68286"/>
            <a:ext cx="9144000" cy="3189514"/>
          </a:xfrm>
        </p:spPr>
        <p:txBody>
          <a:bodyPr/>
          <a:lstStyle/>
          <a:p>
            <a:pPr algn="l"/>
            <a:r>
              <a:rPr lang="en-IL" dirty="0" err="1"/>
              <a:t>npm</a:t>
            </a:r>
            <a:r>
              <a:rPr lang="en-IL" dirty="0"/>
              <a:t> install</a:t>
            </a:r>
            <a:endParaRPr lang="he-IL" dirty="0"/>
          </a:p>
          <a:p>
            <a:pPr algn="l"/>
            <a:r>
              <a:rPr lang="en-IL" dirty="0" err="1"/>
              <a:t>npm</a:t>
            </a:r>
            <a:r>
              <a:rPr lang="en-IL" dirty="0"/>
              <a:t> install ethers</a:t>
            </a:r>
          </a:p>
          <a:p>
            <a:pPr algn="l"/>
            <a:r>
              <a:rPr lang="en-IL" dirty="0" err="1"/>
              <a:t>npx</a:t>
            </a:r>
            <a:r>
              <a:rPr lang="en-IL" dirty="0"/>
              <a:t> hardhat compile</a:t>
            </a:r>
            <a:endParaRPr lang="he-IL" dirty="0"/>
          </a:p>
          <a:p>
            <a:pPr algn="l"/>
            <a:r>
              <a:rPr lang="en-IL" dirty="0" err="1"/>
              <a:t>npx</a:t>
            </a:r>
            <a:r>
              <a:rPr lang="en-IL" dirty="0"/>
              <a:t> hardhat run scripts/deploy.js --network </a:t>
            </a:r>
            <a:r>
              <a:rPr lang="en-IL" dirty="0" err="1"/>
              <a:t>sepolia</a:t>
            </a:r>
            <a:endParaRPr lang="he-IL" dirty="0"/>
          </a:p>
          <a:p>
            <a:pPr algn="l"/>
            <a:r>
              <a:rPr lang="en-IL" dirty="0"/>
              <a:t>node index.js </a:t>
            </a:r>
          </a:p>
        </p:txBody>
      </p:sp>
    </p:spTree>
    <p:extLst>
      <p:ext uri="{BB962C8B-B14F-4D97-AF65-F5344CB8AC3E}">
        <p14:creationId xmlns:p14="http://schemas.microsoft.com/office/powerpoint/2010/main" val="2744333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A801F-F038-00D8-F4A7-BA922E31A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AE208-1A60-5232-5BD4-112B417245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45923"/>
          </a:xfrm>
        </p:spPr>
        <p:txBody>
          <a:bodyPr/>
          <a:lstStyle/>
          <a:p>
            <a:r>
              <a:rPr lang="he-IL" dirty="0"/>
              <a:t>מבנה המערכת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48A156-4CCE-15B6-EC90-3D8EFD12E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68285"/>
            <a:ext cx="9144000" cy="4071257"/>
          </a:xfrm>
        </p:spPr>
        <p:txBody>
          <a:bodyPr/>
          <a:lstStyle/>
          <a:p>
            <a:pPr algn="r" rtl="1"/>
            <a:r>
              <a:rPr lang="en-US" u="sng" dirty="0"/>
              <a:t>Smart Contracts (Solidity)</a:t>
            </a:r>
            <a:r>
              <a:rPr lang="he-IL" u="sng" dirty="0"/>
              <a:t> :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en-US" dirty="0"/>
              <a:t>Voting</a:t>
            </a:r>
            <a:r>
              <a:rPr lang="he-IL" dirty="0"/>
              <a:t> - חוזה הבחירות המרכזי (ניהול מועמדים, הצבעות, שאלונים, </a:t>
            </a:r>
            <a:r>
              <a:rPr lang="en-US" dirty="0"/>
              <a:t>Merkle </a:t>
            </a:r>
            <a:r>
              <a:rPr lang="he-IL" dirty="0"/>
              <a:t>, חלון זמן, ניהול תגמולים).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en-US" dirty="0" err="1"/>
              <a:t>ETIToken</a:t>
            </a:r>
            <a:r>
              <a:rPr lang="en-US" dirty="0"/>
              <a:t> — ERC20</a:t>
            </a:r>
            <a:r>
              <a:rPr lang="he-IL" dirty="0"/>
              <a:t> - משמש למתן תגמולים בסיום ההצבעה.</a:t>
            </a:r>
          </a:p>
          <a:p>
            <a:pPr algn="r" rtl="1"/>
            <a:endParaRPr lang="he-IL" dirty="0"/>
          </a:p>
          <a:p>
            <a:pPr algn="r" rtl="1"/>
            <a:r>
              <a:rPr lang="en-US" dirty="0"/>
              <a:t>Frontend (HTML + JS + Ethers.js)</a:t>
            </a:r>
            <a:r>
              <a:rPr lang="he-IL" dirty="0"/>
              <a:t> :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en-US" dirty="0"/>
              <a:t>Index.html</a:t>
            </a:r>
            <a:r>
              <a:rPr lang="he-IL" dirty="0"/>
              <a:t> - התחברות עם </a:t>
            </a:r>
            <a:r>
              <a:rPr lang="en-US" dirty="0"/>
              <a:t>MetaMask</a:t>
            </a:r>
            <a:r>
              <a:rPr lang="he-IL" dirty="0"/>
              <a:t>, הצבעה.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en-US" dirty="0" err="1"/>
              <a:t>VotingAdmin</a:t>
            </a:r>
            <a:r>
              <a:rPr lang="he-IL" dirty="0"/>
              <a:t> - התחברות עם </a:t>
            </a:r>
            <a:r>
              <a:rPr lang="en-US" dirty="0"/>
              <a:t>MetaMask</a:t>
            </a:r>
            <a:r>
              <a:rPr lang="he-IL" dirty="0"/>
              <a:t>, הוספת מועמדים, פתיחת בחירות, קביעת טיימר, ניהול תגמולים.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012052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145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Voting Dapp בחירות 2025</vt:lpstr>
      <vt:lpstr>Known Bugs</vt:lpstr>
      <vt:lpstr>דרישות מקדימות</vt:lpstr>
      <vt:lpstr>מבנה המערכת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eti perah</dc:creator>
  <cp:lastModifiedBy>eti perah</cp:lastModifiedBy>
  <cp:revision>2</cp:revision>
  <dcterms:created xsi:type="dcterms:W3CDTF">2025-10-18T18:35:49Z</dcterms:created>
  <dcterms:modified xsi:type="dcterms:W3CDTF">2025-10-18T20:26:08Z</dcterms:modified>
</cp:coreProperties>
</file>